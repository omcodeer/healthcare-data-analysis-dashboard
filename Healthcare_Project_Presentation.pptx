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 Transition Efficiency &amp; Outcome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pipeline efficiency and identify bottlenecks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CBP Custody → HHS Care → Discharge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 Efficiency</a:t>
            </a:r>
          </a:p>
          <a:p>
            <a:r>
              <a:t>Discharge Efficiency</a:t>
            </a:r>
          </a:p>
          <a:p>
            <a:r>
              <a:t>Backlog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discharge efficiency is the main bottleneck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Transfer process is moderately efficient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Backlog indicates system delays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 discharge speed</a:t>
            </a:r>
          </a:p>
          <a:p>
            <a:r>
              <a:t>Optimize transfers</a:t>
            </a:r>
          </a:p>
          <a:p>
            <a:r>
              <a:t>Monitor backlog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needs improvement in discharge stage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